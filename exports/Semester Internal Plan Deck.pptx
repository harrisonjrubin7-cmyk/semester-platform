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3739976"/>
            <a:ext cx="16089630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067"/>
              </a:lnSpc>
              <a:buNone/>
            </a:pPr>
            <a:r>
              <a:rPr lang="en-US" sz="7500" dirty="0">
                <a:solidFill>
                  <a:srgbClr val="ECEEF2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Before real student records arrive.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1333500" y="6045026"/>
            <a:ext cx="17183100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37"/>
              </a:lnSpc>
              <a:buNone/>
            </a:pPr>
            <a:r>
              <a:rPr lang="en-US" sz="255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Internal plan · solo founder · LLC · paid pilot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SIX LAUNCH BLOCKERS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333500" y="1954485"/>
            <a:ext cx="5003750" cy="1008683"/>
          </a:xfrm>
          <a:prstGeom prst="roundRect">
            <a:avLst>
              <a:gd name="adj" fmla="val 5666"/>
            </a:avLst>
          </a:prstGeom>
          <a:ln w="19050">
            <a:solidFill>
              <a:srgbClr val="7A5310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19250" y="2240235"/>
            <a:ext cx="4582363" cy="47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Cyber insurance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6642050" y="1954485"/>
            <a:ext cx="5003825" cy="1008683"/>
          </a:xfrm>
          <a:prstGeom prst="roundRect">
            <a:avLst>
              <a:gd name="adj" fmla="val 5666"/>
            </a:avLst>
          </a:prstGeom>
          <a:ln w="19050">
            <a:solidFill>
              <a:srgbClr val="7A5310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7800" y="2240235"/>
            <a:ext cx="4582440" cy="47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E&amp;O insurance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950675" y="1954485"/>
            <a:ext cx="5003750" cy="1008683"/>
          </a:xfrm>
          <a:prstGeom prst="roundRect">
            <a:avLst>
              <a:gd name="adj" fmla="val 5666"/>
            </a:avLst>
          </a:prstGeom>
          <a:ln w="19050">
            <a:solidFill>
              <a:srgbClr val="7A5310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36425" y="2240235"/>
            <a:ext cx="4582363" cy="47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DPA / FERPA mapping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333500" y="3267968"/>
            <a:ext cx="5003750" cy="1008683"/>
          </a:xfrm>
          <a:prstGeom prst="roundRect">
            <a:avLst>
              <a:gd name="adj" fmla="val 5666"/>
            </a:avLst>
          </a:prstGeom>
          <a:ln w="19050">
            <a:solidFill>
              <a:srgbClr val="7A5310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19250" y="3553718"/>
            <a:ext cx="4582363" cy="47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HECVAT Full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6642050" y="3267968"/>
            <a:ext cx="5003825" cy="1008683"/>
          </a:xfrm>
          <a:prstGeom prst="roundRect">
            <a:avLst>
              <a:gd name="adj" fmla="val 5666"/>
            </a:avLst>
          </a:prstGeom>
          <a:ln w="19050">
            <a:solidFill>
              <a:srgbClr val="7A5310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7800" y="3553718"/>
            <a:ext cx="4582440" cy="47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SAML SSO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950675" y="3267968"/>
            <a:ext cx="5003750" cy="1008683"/>
          </a:xfrm>
          <a:prstGeom prst="roundRect">
            <a:avLst>
              <a:gd name="adj" fmla="val 5666"/>
            </a:avLst>
          </a:prstGeom>
          <a:ln w="19050">
            <a:solidFill>
              <a:srgbClr val="7A5310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36425" y="3553718"/>
            <a:ext cx="4582363" cy="475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VPAT / ACR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90-DAY ROADMAP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954485"/>
            <a:ext cx="5049240" cy="1781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73"/>
              </a:lnSpc>
              <a:buNone/>
            </a:pPr>
            <a:r>
              <a:rPr lang="en-US" sz="285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Days 1–30 </a:t>
            </a:r>
            <a:pPr algn="l" indent="0" marL="0">
              <a:lnSpc>
                <a:spcPct val="125373"/>
              </a:lnSpc>
              <a:buNone/>
            </a:pPr>
            <a:r>
              <a:rPr lang="en-US" sz="21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Insurance · EIN, bank, books · DPA mapping · subprocessors · data map · AI-boundary test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692875" y="1954485"/>
            <a:ext cx="5049240" cy="1781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73"/>
              </a:lnSpc>
              <a:buNone/>
            </a:pPr>
            <a:r>
              <a:rPr lang="en-US" sz="285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Days 31–60 </a:t>
            </a:r>
            <a:pPr algn="l" indent="0" marL="0">
              <a:lnSpc>
                <a:spcPct val="125373"/>
              </a:lnSpc>
              <a:buNone/>
            </a:pPr>
            <a:r>
              <a:rPr lang="en-US" sz="21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HECVAT Full · SAML SSO · VPAT · IR tabletop · restore test · counsel review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052250" y="1954485"/>
            <a:ext cx="5049317" cy="1781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73"/>
              </a:lnSpc>
              <a:buNone/>
            </a:pPr>
            <a:r>
              <a:rPr lang="en-US" sz="285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Days 61–90 </a:t>
            </a:r>
            <a:pPr algn="l" indent="0" marL="0">
              <a:lnSpc>
                <a:spcPct val="125373"/>
              </a:lnSpc>
              <a:buNone/>
            </a:pPr>
            <a:r>
              <a:rPr lang="en-US" sz="21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Mutual action plan · baseline · onboarding · weekly KPIs · results deck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817245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 RISKS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73510"/>
            <a:ext cx="329319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Launch without insurance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333500" y="2216423"/>
            <a:ext cx="265250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HECVAT stalls review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333500" y="2659335"/>
            <a:ext cx="30709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decision date → drift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33500" y="3102248"/>
            <a:ext cx="28110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Solo-founder capacity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525000" y="1143000"/>
            <a:ext cx="817245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HIRE / CONTRACT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0" y="1773510"/>
            <a:ext cx="42674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Now: counsel, broker, accountant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5000" y="2216423"/>
            <a:ext cx="41267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After launch: support contractor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525000" y="2659335"/>
            <a:ext cx="43377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After 2nd customer: first engineer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2026-10-06T02:39:40Z</dcterms:created>
  <dcterms:modified xsi:type="dcterms:W3CDTF">2026-10-06T02:39:40Z</dcterms:modified>
</cp:coreProperties>
</file>