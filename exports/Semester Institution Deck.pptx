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333500"/>
            <a:ext cx="171831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b="1" spc="495" kern="0" dirty="0">
                <a:solidFill>
                  <a:srgbClr val="D4D9E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SEMESTER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333500" y="3784327"/>
            <a:ext cx="16089630" cy="203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067"/>
              </a:lnSpc>
              <a:buNone/>
            </a:pPr>
            <a:r>
              <a:rPr lang="en-US" sz="7500" dirty="0">
                <a:solidFill>
                  <a:srgbClr val="ECEEF2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Beside your systems, not instead of them.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1333500" y="6089377"/>
            <a:ext cx="17183100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37"/>
              </a:lnSpc>
              <a:buNone/>
            </a:pPr>
            <a:r>
              <a:rPr lang="en-US" sz="2550" dirty="0">
                <a:solidFill>
                  <a:srgbClr val="ECEEF2">
                    <a:alpha val="64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Pilot overview · scope, status, what stays official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333500" y="8599215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ECEEF2">
                    <a:alpha val="42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 a bounded pilot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PILOT SCOPE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997348"/>
            <a:ext cx="120736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75"/>
              </a:lnSpc>
              <a:buNone/>
            </a:pPr>
            <a:r>
              <a:rPr lang="en-US" sz="2400" b="1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 scope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24940" y="2525985"/>
            <a:ext cx="752856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24675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Today, deadlines, holds, degree progress</a:t>
            </a:r>
            <a:endParaRPr lang="en-US" sz="2400" dirty="0"/>
          </a:p>
          <a:p>
            <a:pPr algn="l" marL="213360" indent="-213360">
              <a:lnSpc>
                <a:spcPct val="124675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SAML / Shibboleth sign-in</a:t>
            </a:r>
            <a:endParaRPr lang="en-US" sz="2400" dirty="0"/>
          </a:p>
          <a:p>
            <a:pPr algn="l" marL="213360" indent="-213360">
              <a:lnSpc>
                <a:spcPct val="124675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Student-controlled sharing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410700" y="1997348"/>
            <a:ext cx="192384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75"/>
              </a:lnSpc>
              <a:buNone/>
            </a:pPr>
            <a:r>
              <a:rPr lang="en-US" sz="2400" b="1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Stays official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02140" y="2525985"/>
            <a:ext cx="752856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24675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Your SIS, LMS and registrar records</a:t>
            </a:r>
            <a:endParaRPr lang="en-US" sz="2400" dirty="0"/>
          </a:p>
          <a:p>
            <a:pPr algn="l" marL="213360" indent="-213360">
              <a:lnSpc>
                <a:spcPct val="124675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Grades, transcripts, billing</a:t>
            </a:r>
            <a:endParaRPr lang="en-US" sz="2400" dirty="0"/>
          </a:p>
          <a:p>
            <a:pPr algn="l" marL="213360" indent="-213360">
              <a:lnSpc>
                <a:spcPct val="124675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Decisions by your offices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STUDENT DATA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725885"/>
            <a:ext cx="17183100" cy="110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017"/>
              </a:lnSpc>
              <a:buNone/>
            </a:pPr>
            <a:r>
              <a:rPr lang="en-US" sz="540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Governed by your DPA and FERPA addendum.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333500" y="3246016"/>
            <a:ext cx="4953000" cy="19050"/>
          </a:xfrm>
          <a:prstGeom prst="rect">
            <a:avLst/>
          </a:prstGeom>
          <a:solidFill>
            <a:srgbClr val="1B1A17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455566"/>
            <a:ext cx="510159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b="1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Hosting </a:t>
            </a:r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Vercel + Supabase; subprocessors listed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667500" y="3246016"/>
            <a:ext cx="4953000" cy="19050"/>
          </a:xfrm>
          <a:prstGeom prst="rect">
            <a:avLst/>
          </a:prstGeom>
          <a:solidFill>
            <a:srgbClr val="1B1A17"/>
          </a:solidFill>
          <a:ln/>
        </p:spPr>
      </p:sp>
      <p:sp>
        <p:nvSpPr>
          <p:cNvPr id="7" name="Text 5"/>
          <p:cNvSpPr/>
          <p:nvPr/>
        </p:nvSpPr>
        <p:spPr>
          <a:xfrm>
            <a:off x="6667500" y="3455566"/>
            <a:ext cx="510159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b="1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boundary </a:t>
            </a:r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Student records never reach an AI provider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2001500" y="3246016"/>
            <a:ext cx="4953000" cy="19050"/>
          </a:xfrm>
          <a:prstGeom prst="rect">
            <a:avLst/>
          </a:prstGeom>
          <a:solidFill>
            <a:srgbClr val="1B1A17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0" y="3455566"/>
            <a:ext cx="510159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b="1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Isolation </a:t>
            </a:r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Row-level security per institution; audited access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SECURITY · ACCESSIBILITY · INSURANCE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954485"/>
            <a:ext cx="13623042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HECVAT Full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099084" y="1954485"/>
            <a:ext cx="3140958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 preparation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33500" y="2598316"/>
            <a:ext cx="13623042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SAML SSO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099084" y="2598316"/>
            <a:ext cx="3140958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Building for launch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33500" y="3242146"/>
            <a:ext cx="13623042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VPAT / ACR (WCAG 2.1 AA)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099084" y="3242146"/>
            <a:ext cx="3140958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 preparation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33500" y="3885977"/>
            <a:ext cx="13623042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Cyber + E&amp;O insurance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099084" y="3885977"/>
            <a:ext cx="3140958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Binding before launch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33500" y="4739357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 state status, not certifications we don’t hold.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752552"/>
            <a:ext cx="16089630" cy="2013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72"/>
              </a:lnSpc>
              <a:buNone/>
            </a:pPr>
            <a:r>
              <a:rPr lang="en-US" sz="7200" dirty="0">
                <a:solidFill>
                  <a:srgbClr val="ECEEF2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Next: set the pilot dates together.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333500" y="6032450"/>
            <a:ext cx="17183100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37"/>
              </a:lnSpc>
              <a:buNone/>
            </a:pPr>
            <a:r>
              <a:rPr lang="en-US" sz="2550" dirty="0">
                <a:solidFill>
                  <a:srgbClr val="ECEEF2">
                    <a:alpha val="7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Mutual action plan · baseline metrics · weekly KPI review · renewal decision date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2026-10-06T02:39:29Z</dcterms:created>
  <dcterms:modified xsi:type="dcterms:W3CDTF">2026-10-06T02:39:29Z</dcterms:modified>
</cp:coreProperties>
</file>